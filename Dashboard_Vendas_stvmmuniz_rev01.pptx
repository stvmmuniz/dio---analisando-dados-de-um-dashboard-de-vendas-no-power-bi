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B8BCE-5EDF-C205-D33B-07A306C7C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5F43B5-588A-1C03-EEC9-8AB4BDA27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778408-FAD4-11C2-F021-C3C0DEC1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923DA6-7487-F4F4-5AB2-E1BC2F57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DAF632-A02A-2670-4F12-6EA214ED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29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4D37F-FD5F-1EDB-66C7-B47829AA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520C6D-E216-5F84-619E-5B25E42C2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9EA798-254E-4EBD-CB7C-C6F2486E4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133C93-64CE-834A-614C-4FC2987A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920BC0-1168-1380-23DC-FF0FF18EE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13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A2801-AC87-C822-017A-630E4E023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6E32A5-1235-61BC-66E0-4B967231E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2AF6E9-451F-1C65-ED9E-45BCDCC2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0F30FB-84AC-5688-6577-F4CC87C3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FD28ED-6209-C1E9-7301-7B67CFC7F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717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2087D-0B6A-E090-EFE6-4D7D158E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C2D934-4D39-300A-F1A6-E1C08D1A3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999852-7671-B9D0-84DF-5979F02F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5584A2-35A8-F985-818E-E3802C935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24ADB3-8273-4588-BFF7-281E2A01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CCA317-D57D-6946-5CBF-DC983465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238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09ED8-CB69-BA83-11E9-BAF2727C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7BAE37-BE63-606A-FC1C-82E97A99C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544FFE-9A11-9057-F1A7-349C0AFF9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AAF209-F411-9D50-44EC-42EA19731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92FF67-1149-0A93-1CA6-B1DF5E4BF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0E9619-0499-DDC2-FADC-29303344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ABD30F-C17B-885F-0A66-9F711448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147974-8ED0-BC30-6E2B-E1D0DF28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237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8749D7-D1EC-0FE2-42DD-760F3072E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0E5D1-8EFA-915E-BD35-FB5311205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E1B8C1-F93E-9909-2E9F-6EB6C2469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F50087-0FAB-B2FF-ADB2-B0CBFEEA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45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838540-11CE-476E-03E3-84E6850E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C2D945-D9C8-9A31-E8CB-51479DE7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C8A455-5620-B431-0E38-C491A0F1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11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53470-216C-C9CB-7586-04718190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C48343-0FFB-B76D-90C4-7D9B8B77E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7F5896-027E-DED0-C74F-DC022A035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2E6DE1-0C09-459C-74DF-05D60DCD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8E7ED8-E04C-A6A7-6DCD-3E60D63F0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1AF648-9D1A-E57F-B699-11AADE10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06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BAEDA-B91B-F11F-F9BD-EF6D362C4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6F656F-11DE-6391-F45E-D214CF830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4DE308-390E-9EAA-CE5B-5978FEEC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986FB4-8726-0917-093E-7FBDB55D3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E2CC2D-20D1-8929-3BD9-B9A66BF7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807156-A80F-72E6-C367-0AE9FE03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877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ADFF59-40C2-5361-07E7-21B6394C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C096F9-6707-6D33-79DC-E0F652C4D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018F55-C9CD-A0A3-257B-C4D8F9F57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F6A762-0B46-973A-1B84-5D11EC3D9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FB7206-2F3B-AF58-AF63-9132C11F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875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698914-8DDE-1C41-3823-DB9C961E6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3FF60-4E4F-CD68-0A78-5C81E6D26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480917-C7BA-FCBD-4F7B-9C4098F4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F95E4D-6FDC-2625-4471-16307436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566B5F-EC8F-85EF-F11E-9DA6E9B0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02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0B93B9-79CE-5725-D5B0-BD62C1F7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C51618-4BB6-854C-4331-B484965E6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760095-3B95-5650-44C4-EA552CAFB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4C8D6-C0AA-4A0F-A47F-4656B52616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766EF6-2ADF-EE38-8BB9-24773D69C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AE81EE-D12F-4D13-87EC-F3A15B570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C3DEA-194C-4AB2-A175-9B7149EC8E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473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Suplemento 3">
                <a:extLst>
                  <a:ext uri="{FF2B5EF4-FFF2-40B4-BE49-F238E27FC236}">
                    <a16:creationId xmlns:a16="http://schemas.microsoft.com/office/drawing/2014/main" id="{83239623-D22D-1875-1C02-309D00F7D7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889591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Suplemento 3">
                <a:extLst>
                  <a:ext uri="{FF2B5EF4-FFF2-40B4-BE49-F238E27FC236}">
                    <a16:creationId xmlns:a16="http://schemas.microsoft.com/office/drawing/2014/main" id="{83239623-D22D-1875-1C02-309D00F7D7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122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Suplemento 2">
                <a:extLst>
                  <a:ext uri="{FF2B5EF4-FFF2-40B4-BE49-F238E27FC236}">
                    <a16:creationId xmlns:a16="http://schemas.microsoft.com/office/drawing/2014/main" id="{128F2D4A-D773-C5DE-8D80-C8F0C1090E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185574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Suplemento 2">
                <a:extLst>
                  <a:ext uri="{FF2B5EF4-FFF2-40B4-BE49-F238E27FC236}">
                    <a16:creationId xmlns:a16="http://schemas.microsoft.com/office/drawing/2014/main" id="{128F2D4A-D773-C5DE-8D80-C8F0C1090E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84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595E-51CD-D025-5479-EA51A98D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C1846FFD-2F92-E46C-8342-657EB4BBB95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0778357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C1846FFD-2F92-E46C-8342-657EB4BBB9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47024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F2224F29-9FDF-4EE7-9B0A-2D3980FFBCE2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1108a49e-eb68-49ab-8230-f83be82a0d0b/06918b203185c4793ee4?bookmarkGuid=d685ba7f-27d3-4722-8a28-990c943b3bae&amp;bookmarkUsage=1&amp;ctid=2bbd59d4-0e00-4ab3-b499-17933c2464e3&amp;fromEntryPoint=export&quot;"/>
    <we:property name="reportName" value="&quot;Dashboard&quot;"/>
    <we:property name="reportState" value="&quot;CONNECTED&quot;"/>
    <we:property name="embedUrl" value="&quot;/reportEmbed?reportId=1108a49e-eb68-49ab-8230-f83be82a0d0b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06918b203185c4793ee4&quot;"/>
    <we:property name="pageDisplayName" value="&quot;Página 1&quot;"/>
    <we:property name="datasetId" value="&quot;82bee342-ecd1-49fe-8463-ce8e7abf11aa&quot;"/>
    <we:property name="backgroundColor" value="&quot;#FFFFFF&quot;"/>
    <we:property name="bookmark" value="&quot;H4sIAAAAAAAAA+1Y227jNhD9lUAvebENXWxd8pbNBQ02LYJ1kD4UQTESRzIXtKQlqTRu4B/a3+iPdUhJzjpx4iRNmzbdBwPycDg8M3NmNNSNw7iqBSx+gjk6e85JyXgGrJI7njNwylYYhvEkyTBw88hlAICJH9JqVWtelcrZu3E0yAL1BVcNCGOJhL9cDhwQ4gwK8y8HoXDg1ChVVYLgv2OrTEtaNrgcOHhdi0qCMTnVoNGYvSJ1+k8QvFFAJ0Km+RVOMdOt1A0TL059N/DiSTaOkgBxTGqqVbDINqoY0/b4g6rUwEs6xsggjNLUDQN/HOQ+gzCJ3MTIcy50p5Iujq5rSd6Rz4vaBOeAsBaVpKgJx3ohUbWgb5yDSjRz+3S0Jp9WjczwE+Z2qdRcL8hSzksoM26CsqSAnMmKwmVX6JE1mbbiWfXbgUQ6lDl77nKwwrHPrmg3Se+C2C8KiQXo7u/R34JwCgJb4XFTdulx78O9JIniZSG69N9m4rz1ouZ4MAOpDb3Sz5RHE3XaVEmG8sPCBv6Qy54B/uAO7rd0dnnZM5R0P3/DwY4iLfrX58Tl0iz5CTBvwtI0jKIgcaMom7Dv5H1yPnfOKAp4J6neCxgMpPvfoPBDLr8tj+PcTaLcj1kcQhTkrucH3lYevz1/ntD8Bv9o2U2xmGP5wrL7gaMEmc0Wp3iF4j6Y1fr9pR7CBUjevs0t8Bc61I0lK2POmo+HZk4wat/g6Z6/NBx2GO4w0NCa6lxx9svq0aA8lpz3HJcf//iqNgRma8PLRKOoMpG1zN3Y+7a3k/cc2Y5x79vJjj5tE3f9cZz7kLA8hixM8gm47sub+HsO2/du9LrdSAmaaeRa/3HmSLdT81AgXfXMJiJd3QLkqG6Juf500d8+aUQ7ltXcbutcNclYReO0ouwYL88hFfhrMonYOJ6Ew9T38uEYxt4QvDwa0mSeMZbnsR9HtL0F7Jpp6+cZ9c9uqqILeD+tnNwZA9TTB68+nQT0zlzQEo4OvQDR2Is62Tzlug3MTSsmPd/1xqdG01S0+Zk9Jk8booclO+yu7GiLeqNF2oyaz3HXmB563tCfnPvB3ni8N3FHnpvsOrZ3zCu2zdLuB1A8s/oWlkLRj9P3sClNxaOnljNTq7fFuP1U0ZlePvTuWgXvfVfh/+vNNXAyyGbIjm0LOGw/jJ1onLeJ5vY+rTI67YS1o/q8JhyqH9z7fx95aZqVOSHXz5/pX9JONhb5wPnEi5l+gOd9gduiW/8KaJYcU1hUJlCq/pNcGwZZCfvU1wCpCRPJdvVLg3JBHlmN29yNjD+jVdZGG3IyMqDJGFcULgG1Mh3ffBwkEUMbnI+4eEYPfP2AWnRnvCx7aKY0/oLHlnn/Vpf7srjnM0lkVVla9Sj7dlg2QlAVzbhgEsuuatZVtrxtzGnnVUHNenVc14dTzMI0C1wP4wnkaRBiALYgHxsHNF7rtLpev490nN80IVSNVjVkeAYlbnrRmXpgyJ71Clku/wRUqv6gZhcAAA==&quot;"/>
    <we:property name="initialStateBookmark" value="&quot;H4sIAAAAAAAAA+1YzW7jNhB+lUCXvdiGfmxLyi2/aJBkN4iD9FAEC0ocyVzQopak0riBX6iv0RfrkJScdeLE2TRt2nQPAqjhcPjNL4e89ShTNSfzj2QG3rZ3VFGWEyrkVuD1vMoRdz99Oj7dOT/+/HHn9ADJotZMVMrbvvU0kSXoS6Yawo0IJP5y1fMI52ekNH8F4Qp6Xg1SiYpw9hs4ZpzSsoFFz4ObmgtJjMiJJhqM2Gtkx3/cOxhEuCPJNbuGCeTaUf1xGiRZ6EdBMsqHcRoBDJFNOQaLbC2LEW233xOVJqzCbQyNjOMs88dROIyKkJJxGvupoReM65Ylmx/c1BK1Q53ntbHKHmIthURzcc9qIUE50LfenuDNzI4OVugT0cgczqGwU5Vmeo6SClaRKmfGKAs0yJkUaC47g0Pa5NqSp+LXPQm4KfW2/UVviWOHXuNqpN4HsVOWEkqi29+DvwXhhHBwxMOmat3jP4R7hRTFqpK37r/zxIXTomawNyVSm/DKvqAfjdVxkZAU5O7cGn6fyS4Cwt493G+p7OKqi1Dk/fJNDLYh4tC/fkxcLcxUmBIajGiWjeM4Sv04zkf0R/A+259bZ2gFuOfU4AURTJD3vxHCj6n8tnGcFH4aF2FCkzGJo8IPwijYGMdvHz/PKH69fzTtJlDOoHph2v3EQBKZT+cncA38IZjl/MOpDsIlkcyd5hb4CxVq+5GlMG9Fx33TJxi2b/C0468NI1sUtijRxIlqVfF2KvGkUZ5yznu2y+kfv6s1htlY8HLeKMxMoC5y19a+zeXkPVu2jbj3rWQbPq6I++EwKUKS0iIh+TgtRsT3X17E37PZflSj161GimNPI1fqjzcDvJ2aQQl41TOLMOhqB5CBugvM1dFld/vEFu1Qipld1qpqnLG0xolA7xgtL0jG4XM6iukwGY37WRgU/SEZBn0SFHEfO/Oc0qJIwiTG5Q6wb7qtn6dYP9uuCm/eXbdydK8NUM9vvDp3ItB7fYELONz0kvDGXtRR5gnTzjC3jox8oR8MTwynyWjzmTXGT2usBxXdb6/sYJN6rURcDJrN4IMR3Q+Cfji6CKPt4XB75A8CP/3g2doxE3STpA+7RLHc8ltYCnjXTj/ApjQmj57YmJlYvg3C7VNFK3rx2Nm1NN77zsL/18nV83KST4Ee2hKw717EjjTMnKOZvU+rHHc7oq5Vn9WIQ3WNe/d3zCpTrMwOhf7+nv4l5WRtkve8c1ZO9SNx3iW4TbrV5z8z5ZnEwjQhleqe5JwZpOB21OUAsnFjSTf7tQE5R40sx53vBkafwdJrgzU+GRjQKIwpNBcntTIV3zwOIomCNc4xzL+jBr6+QS26M1ZVHTSTGn9BYxt5/1aVu7R4oDNSpBA2rDqUXTmsGs4xi6aMUwlVmzWrLBtOG7PbhSixWC+3a+twBvk4yyM/gGREiiwaQ0RsQj7VDmi40Zm4Wb2PtDG/rkMQjVY1yeGMVLDuoDP5QIE+9wjpGTQMPbBhgVF0eeQsFn8CfFyvdI8XAAA=&quot;"/>
    <we:property name="isFiltersActionButtonVisible" value="true"/>
    <we:property name="isVisualContainerHeaderHidden" value="false"/>
    <we:property name="reportEmbeddedTime" value="&quot;2025-11-12T17:11:26.029Z&quot;"/>
    <we:property name="creatorTenantId" value="&quot;2bbd59d4-0e00-4ab3-b499-17933c2464e3&quot;"/>
    <we:property name="creatorUserId" value="&quot;100320055110700E&quot;"/>
    <we:property name="creatorSessionId" value="&quot;c15c526e-bd52-4074-8d72-d500521ab93b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EEF4A1F-1074-4C1B-9617-DF7FBB80F8B7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1108a49e-eb68-49ab-8230-f83be82a0d0b/f94707314bf7be071825?bookmarkGuid=3081911a-e353-463d-ae99-cfc98b8b6fd0&amp;bookmarkUsage=1&amp;ctid=2bbd59d4-0e00-4ab3-b499-17933c2464e3&amp;fromEntryPoint=export&quot;"/>
    <we:property name="reportName" value="&quot;Dashboard&quot;"/>
    <we:property name="reportState" value="&quot;CONNECTED&quot;"/>
    <we:property name="embedUrl" value="&quot;/reportEmbed?reportId=1108a49e-eb68-49ab-8230-f83be82a0d0b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f94707314bf7be071825&quot;"/>
    <we:property name="pageDisplayName" value="&quot;Página 2&quot;"/>
    <we:property name="datasetId" value="&quot;82bee342-ecd1-49fe-8463-ce8e7abf11aa&quot;"/>
    <we:property name="backgroundColor" value="&quot;#FFFFFF&quot;"/>
    <we:property name="bookmark" value="&quot;H4sIAAAAAAAAA+VX227bMAz9lUDPwWBbdmzvrUs7bEA3FMvWlyEPtESnKlTJk+UsWdEf2m/sxybJ7m1NLygKNO2AAJFImjw8pG6nhIu2kbD+DCdI3pKPigsGXJtRTMZE9UKaFHVZcZ5mBTCWMIzT3Gl1Y4VWLXl7SiyYBdpD0XYgvScn/D4fE5DyABZ+VoNscUwaNK1WIMUv7I2dypoOz8YEV43UBrzLmQWL3u3Smbu5gxC/oS4iMCuWOENme2ldpnmU0zit6rzCKI+LJHNmbW8QkG008a5D+KlWFoRyYbwsS1iW8zrNJ5OE1gnkGS28vBVqIQfAl99+XTeeHIsrW+mV56M6doG9p7MzlxDjRTbJSppELKtZQlkSQ0AkpB0CVuu9VWMcV47B3tsOX4JiyEkgxGDb539KdhYLgwuww3TvmnKqZXeyQT7TnWH4BeugUlbYtWdNKBdDePI9zgOjXVmCZgYSe+H7Tg0kR356pH9ODbqqcC+YO8mdnDAw/DohbmI4mnfrkOyuMOc1TMb/YH7ORF1mTpSnNElpxWjB4mKSZECTassL900J245mWvL/oXp3ZduXMMEJLbMypZTFUMUpzXm25SV0w1rY+8s3vsA7daKFNm6/ljcgPxWqqe6UNWvyiDZqBE6PwNitbqXbWD+bn582zuL4ynkykN7Df3qW5+HoqFnEI5piOcnysohSSOr8JbZvfFf73or3g0ADhh2t93GJ8ia0C/1N1TmgQzCiv0qENB6Z3nAnunBGrmW86y8p3uwKnmH8oxMw4jjiYKF3NaRCdpTesJYetqZfMy+f/vxuH7PJMNm1bkkg7/t444Zz/zp+zcwOHfe6kxzap989MxZBHFcllmUUpxP3y6J7d8/nPUwfsCu+rAfAA5blVt0Dbn0QPN81IPTyJWPkBN0b2w90Z9sGGB6AwhC/6V0IDHaubUBxX6gwNv5/X7hq9HU6BNn5EoUXOQlhQrS/KtFPSAoQAAA=&quot;"/>
    <we:property name="initialStateBookmark" value="&quot;H4sIAAAAAAAAA+VX227bMAz9lUDPweBrHPctTTts6BXN1pehGGiJTlWokifLWbIiP7Tf2I9Nkt3bml5QFGjaAQEiUTR5eEhR0gVhvK4ELPbhHMkG+SwZp8CU7oWkT2Qr3Dw42NkbHe183x/tbVuxqgxXsiYbF8SAnqI55nUDwpmwwm8nfQJCHMLUzUoQNfZJhbpWEgT/ha2yXTK6wWWf4LwSSoMzOTFg0JmdWXU7t77DD7H1CNTwGU6QmlZa5kkWZHGYFGVWYJCFwyi1anWr4JGtVHGmvfuxkga4tG6cLI1omrEyyQaDKC4jyNJ46OQ1l1PRAb7+9suicqwYnJtCzR0fxZl17CwtlzYgyobpIM3jKKBpSaOYRiF4RFyYzmGx2J5X2nJlGWytjdgMJEVGPCEa6zb+CzKaTjVOwXTT7VuLYyWa8xXyiWo0xSMs/ZI03Cwca1xaH9yR73AeamXT4lcmILAVfmxkR3Lgpqfq51ijzQpzghMreZATCprdJsRONEO9ufDBbnF9mcOo/w/m1wzURmZFWRJHSVzQeEjD4SBKIY6KNU/cV8lN3Zsowf6H7D0UbZvCCAdxnuZJHNMQijCJM5aueQrtsOTm8fT1r/COrWiqtG3U4g7kl0I1Vo00ekGeUUYVx/EpaLPWpXQf68uTy9PGapzdOE860lv4L8/yiT86ShqwIE4wH6RZPgwSiMrsLZZv+FD53ov3E0cNmp4udnGG4i60q/W7S5eAjkHz9irhw3hmeN1l6MoYuRXxlrukOLUbeLrxj4ZDj2GPgYHWVBcKGUm1Yi89bU+/Z172/vyun9NkqGhquyWQtXW8suE8vo/fM7Ndxb3vILvyabtnSgMIwyLHPA/CZGB/afBo93zdw/QJXfFtPQCesC3X6h5w74Pg9a4BvpavGSPnaN/YbqAaU1dA8RAkev9Va4Kj17NlA5K5RPmxdv+73GajzdMxiMalyL/IiXdiU8cLgY984N7pxMPy6P4CB9qRgjMQAAA=&quot;"/>
    <we:property name="isFiltersActionButtonVisible" value="true"/>
    <we:property name="isVisualContainerHeaderHidden" value="false"/>
    <we:property name="reportEmbeddedTime" value="&quot;2025-11-12T17:13:04.905Z&quot;"/>
    <we:property name="creatorTenantId" value="&quot;2bbd59d4-0e00-4ab3-b499-17933c2464e3&quot;"/>
    <we:property name="creatorUserId" value="&quot;100320055110700E&quot;"/>
    <we:property name="creatorSessionId" value="&quot;a57e6f32-c342-4cb8-bd05-5c9e4a5dab09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C7138E0-B084-47F6-B170-4A5FFD58BDB9}">
  <we:reference id="wa200003233" version="2.0.0.3" store="pt-BR" storeType="OMEX"/>
  <we:alternateReferences>
    <we:reference id="WA200003233" version="2.0.0.3" store="" storeType="OMEX"/>
  </we:alternateReferences>
  <we:properties>
    <we:property name="reportUrl" value="&quot;/groups/me/reports/1108a49e-eb68-49ab-8230-f83be82a0d0b/8373fb47cefa2cf61966?bookmarkGuid=5cc50871-089d-4824-84e2-9d2cef5854be&amp;bookmarkUsage=1&amp;ctid=2bbd59d4-0e00-4ab3-b499-17933c2464e3&amp;fromEntryPoint=export&quot;"/>
    <we:property name="reportName" value="&quot;Dashboard&quot;"/>
    <we:property name="reportState" value="&quot;CONNECTED&quot;"/>
    <we:property name="embedUrl" value="&quot;/reportEmbed?reportId=1108a49e-eb68-49ab-8230-f83be82a0d0b&amp;config=eyJjbHVzdGVyVXJsIjoiaHR0cHM6Ly9XQUJJLUJSQVpJTC1TT1VUSC1CLVBSSU1BUlktcmVkaXJlY3QuYW5hbHlzaXMud2luZG93cy5uZXQiLCJlbWJlZEZlYXR1cmVzIjp7InVzYWdlTWV0cmljc1ZOZXh0Ijp0cnVlfX0%3D&amp;disableSensitivityBanner=true&amp;storytellingChangeViewModeShortcutKeys=true&quot;"/>
    <we:property name="pageName" value="&quot;8373fb47cefa2cf61966&quot;"/>
    <we:property name="pageDisplayName" value="&quot;Página 3&quot;"/>
    <we:property name="datasetId" value="&quot;82bee342-ecd1-49fe-8463-ce8e7abf11aa&quot;"/>
    <we:property name="backgroundColor" value="&quot;#FFFFFF&quot;"/>
    <we:property name="bookmark" value="&quot;H4sIAAAAAAAAA+1WTW8TMRD9K5XPEXJ2s1+9lVAkJIQqAr2gHGbt8daVY6+83pJQ5b8z9qYtLQgupeTAae3xeN6b5+eVb5nUQ29g9wE2yE7ZOyu1AOn8yZzNmJ2CmEMNZVY2TcVlu1gUVV3RquuDdnZgp7csgO8wXOphBBMrUfDLesbAmAvo4kyBGXDGevSDs2D0N5ySaSn4EfczhtveOA+x5CpAwFj2htJpThTmr3JCBBH0Da5QhCla51Wu2kUlUEEmVDlvypLShikhMftlSiyd4JfOBtCWYGIsn2cIFUfZgqrarJGqqmN80LYzB8IPez/t+ihOwG1o3Tbq0V4TcKy031NDTZvLGrAuUDSlEoKXgsfdSptwAGx359vek1ak4FRtSZ13ztMZGJY08ThMEtyypTPjJo3OH8VXbvQCP6JKSzbosKNKSluwQkeJI5sL70j8tLLCboM2pPCV+7r0SKCSnfL97J7Hmbyh3RR9SuKs6zx2EA7T87/CkIZKTwTfjvZw2vxnvmuK/PZweo3LK/Dh8enQxEv0r3dJ+Tfa3xkqmz0h/k+73a/vHE8Z1z94+mCSif7zu2Kd7FvwopGQIy/qrFFcFAWfH4V9l260gZo/XvuuwODwZ/ceC93PVofhZOWMfIYbt4H+6WV7OQ8/WGPyMORZzQXyclGpRdYib+fqv4df9hd8RIZInnhgwjZIr5Y4cGMYehB4ARYTfj+V0JjySH6wMvabxj5+32ty0NTuJZgxdpreOCzBJLTvkyI2mlwJAAA=&quot;"/>
    <we:property name="initialStateBookmark" value="&quot;H4sIAAAAAAAAA+1WUW/aMBD+K5Wf0RQSEqBvlDFp6tqiZuvLhKaLc05dGTtyHAZD/PedHTpWNq0vXcfDnmJ/Pt999/lz5C0rZVMr2FzDEtk5e69LyaE09qzPekx34MXNzeXV5Pbyy/XkakawqZ00umHnW+bAVujuZNOC8ikI/LzoMVBqDpWfCVAN9liNtjEalPyGXTAtOdvirsdwXStjwafMHTj0aVcUTnOq3X+TUEXgTq4wR+46dJQME1EMhhwFxFxk/XGWUVjTBQRmvw3xqUP5qdEOpKYyHkv6McIwwrIAMSzicSmGI483UldqT/iw9+Om9qo4XLvCrL0exQMV9pl2O2poXCTlCHCUIh9ngvMo45HfLaRy+4LFZrauLWlFCnbZptR5ZSyJr1jQxGLTSbBlU6PaZRjNnuC5aS3HWxRhSTvpNpRJSA2aSy+xZzO3hsQPKzlWS9QuwPfm69QiFS3ZebTr/eAxKVe0m9BjEpOqsliB209nf4UhDYXsCL5r9f60o1/5Lgj54+HUEqf3YN3T06GJLdFebILyb6V9NFTcOyL+T7vdLR4dTxEPP3l6b5KO/su7YhHsm0bpuIQEo3QUj0XE0zTqn4R9p6bVjpo/XfvmoLB53r2nQveTlq45y40qX+DGLaE+vmyv5+GDNToPQxKPIo5RNhiKQVxgVPTFfw+/7i/4hAwRPHFgwpZIrxY/MK1rauA4B42hft2lkBjiSH7Qpe83jK3/fpDkoK7dO1Ct7zS8cVgoQgrIQuEzG/zLhwVagd13VK9vioUJAAA=&quot;"/>
    <we:property name="isFiltersActionButtonVisible" value="true"/>
    <we:property name="isVisualContainerHeaderHidden" value="false"/>
    <we:property name="reportEmbeddedTime" value="&quot;2025-11-12T17:14:03.752Z&quot;"/>
    <we:property name="creatorTenantId" value="&quot;2bbd59d4-0e00-4ab3-b499-17933c2464e3&quot;"/>
    <we:property name="creatorUserId" value="&quot;100320055110700E&quot;"/>
    <we:property name="creatorSessionId" value="&quot;afd6ffac-3a89-40ea-8c2d-5de1c381dc21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Moacir Muniz</dc:creator>
  <cp:lastModifiedBy>Moacir Muniz</cp:lastModifiedBy>
  <cp:revision>1</cp:revision>
  <dcterms:created xsi:type="dcterms:W3CDTF">2025-11-12T17:08:46Z</dcterms:created>
  <dcterms:modified xsi:type="dcterms:W3CDTF">2025-11-12T17:15:32Z</dcterms:modified>
</cp:coreProperties>
</file>